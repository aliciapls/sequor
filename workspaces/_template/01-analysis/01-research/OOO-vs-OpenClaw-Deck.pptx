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OOO Coverage Tool vs OpenClaw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C8B4"/>
                </a:solidFill>
              </a:defRPr>
            </a:pPr>
            <a:r>
              <a:t>Product Comparison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Bottom 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300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OpenClaw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OOO Coverage Tool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Who it's for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Individuals (tech-savvy)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Teams and businesses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You install and configure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Works out of the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Team coverage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✗  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✓  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Handles client 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✗ 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✓ 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RAG on your documents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✗  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✓  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Escalation to human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✗ 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✓ 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PDPA Compliance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✗  None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✓  Built in from day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Free (bring your own API keys)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From S$15/month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OpenClaw?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Open-source personal AI assistant — runs on your own machine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Connects to WhatsApp, Telegram, Discord, Slack, iMessage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You install, configure, and maintain it — requires technical skill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You provide your own AI model API keys (~$20–50/month)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Free software — but true cost is time + technical effort + API fees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Best for: Developers and tech enthusiasts who want a local AI assistant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OOO Coverage Tool?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Team coverage layer for businesses — covers WhatsApp and email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AI reads, classifies, resolves routine queries, routes the rest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RAG on your internal documents: FAQs, price lists, policies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Escalates to backup contacts with SLA tracking when needed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PDPA-compliant by design — built in from day 1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Zero setup — works from an operator UI, no technical knowledge needed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Best for: Professional services firms and SMEs that cannot afford to miss messages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Head-to-Head Comparison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Feature by feature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Feature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9656"/>
                </a:solidFill>
              </a:defRPr>
            </a:pPr>
            <a:r>
              <a:t>OpenClaw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Individual developer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Technical install + config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Only if you set it up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No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No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No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None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No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Hours to days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Free (own API keys)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371600"/>
            <a:ext cx="36576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</a:defRPr>
            </a:pPr>
            <a:r>
              <a:t>OOO Coverage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Team / business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Zero — operator UI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Yes — by design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Yes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Yes — with SLA tracking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Yes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PDPA built in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Full D/T/R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Minutes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S$15–95/month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Feature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OpenClaw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OOO Coverage Tool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Target user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Individual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Team / Business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Setup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Technical install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Zero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Works OOO?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Only if configured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Yes — by design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Multi-user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Backup escalation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Yes — with SLA tracking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RAG from documents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PDPA compliance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Built in from day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Full D/T/R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Onboarding time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Hours to days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Minutes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Free (API keys + time)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S$15–95/month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The Key Difference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5303520" cy="4572000"/>
          </a:xfrm>
          <a:prstGeom prst="rect">
            <a:avLst/>
          </a:prstGeom>
          <a:solidFill>
            <a:srgbClr val="E8F5E9"/>
          </a:solidFill>
          <a:ln w="31750">
            <a:solidFill>
              <a:srgbClr val="009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937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9656"/>
                </a:solidFill>
              </a:defRPr>
            </a:pPr>
            <a:r>
              <a:t>OpenClaw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4937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</a:defRPr>
            </a:pPr>
            <a:r>
              <a:t>AI tool FOR you,</a:t>
            </a:r>
            <a:br/>
            <a:r>
              <a:t>MANAGED BY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Your personal inbox assistant.</a:t>
            </a:r>
            <a:br/>
            <a:br/>
            <a:r>
              <a:t>You set it up. You maintain it.</a:t>
            </a:r>
            <a:br/>
            <a:r>
              <a:t>It works while your computer is 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097280"/>
            <a:ext cx="5303520" cy="4572000"/>
          </a:xfrm>
          <a:prstGeom prst="rect">
            <a:avLst/>
          </a:prstGeom>
          <a:solidFill>
            <a:srgbClr val="FFF3E0"/>
          </a:solidFill>
          <a:ln w="317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8C00"/>
                </a:solidFill>
              </a:defRPr>
            </a:pPr>
            <a:r>
              <a:t>OOO Coverage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937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</a:defRPr>
            </a:pPr>
            <a:r>
              <a:t>AI coverage layer</a:t>
            </a:r>
            <a:br/>
            <a:r>
              <a:t>FOR YOUR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92608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Your team's coverage system.</a:t>
            </a:r>
            <a:br/>
            <a:br/>
            <a:r>
              <a:t>Configure it once, and nothing slips — even when you're OOO or in back-to-back meetings.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Use Case: Office Manager on 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9656"/>
                </a:solidFill>
              </a:defRPr>
            </a:pPr>
            <a:r>
              <a:t>OpenClaw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OpenClaw can be configured to auto-reply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Only works while your computer is 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No backup contact if it fails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No routing to a team member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No record of what was handled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371600"/>
            <a:ext cx="36576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</a:defRPr>
            </a:pPr>
            <a:r>
              <a:t>OOO Coverage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Configure OOO window in 2 minutes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AI handles routine queries from your documents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Complex queries route to a backup colleague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Full audit trail of every routing decision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SLA monitoring if backup doesn't respond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Pricing Comparison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Pricing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300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OpenClaw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OOO Coverage Tool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Software cost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Free (open source)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S$15–95/month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AI API keys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~$20–50/month (you pay)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Included in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Infrastructure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Your own machine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Fully managed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Maintenance effort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High — you maintain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Zero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Setup time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Hours to days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Minutes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True monthly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~$25–60/month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S$15/month (Solo tier)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OOO Coverage Tool — Pricing Tiers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Messages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RAG Docs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Seats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Retention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S$0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50/mo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30 days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S$15/mo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100/mo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90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Starter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S$35/mo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10 docs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90 days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Professional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S$55/mo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12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S$95/mo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24 months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Market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C8B4"/>
                </a:solidFill>
              </a:defRPr>
            </a:pPr>
            <a:r>
              <a:t>What OpenClaw Does NOT Address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solidFill>
            <a:srgbClr val="2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3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8C00"/>
                </a:solidFill>
              </a:defRPr>
            </a:pPr>
            <a:r>
              <a:t>Solo accountant on holiday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Needs client messages routed to her colleague, not her own device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08960"/>
            <a:ext cx="11064240" cy="1371600"/>
          </a:xfrm>
          <a:prstGeom prst="rect">
            <a:avLst/>
          </a:prstGeom>
          <a:solidFill>
            <a:srgbClr val="2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8C00"/>
                </a:solidFill>
              </a:defRPr>
            </a:pPr>
            <a:r>
              <a:t>3-person consulting firm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No one has time to monitor WhatsApp all day, every 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solidFill>
            <a:srgbClr val="2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8C00"/>
                </a:solidFill>
              </a:defRPr>
            </a:pPr>
            <a:r>
              <a:t>Small 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Needs PDPA-compliant message handling without hiring more staff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300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OpenClaw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OOO Coverage Tool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Right tool for...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Personal productivity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Team coverage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Setup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PDPA built 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Target market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Developers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Professional services, SMEs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Team support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Coverage promise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"My messages handled"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"Nothing slips"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OOO Coverage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C8B4"/>
                </a:solidFill>
              </a:defRPr>
            </a:pPr>
            <a:r>
              <a:t>Your team handles more. Without hiring.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